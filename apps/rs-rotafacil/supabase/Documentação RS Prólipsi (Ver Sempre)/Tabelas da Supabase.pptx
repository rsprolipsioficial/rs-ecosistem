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rcRect l="9062" t="-316" r="28286" b="316"/>
          <a:stretch>
            <a:fillRect/>
          </a:stretch>
        </p:blipFill>
        <p:spPr>
          <a:xfrm>
            <a:off x="0" y="21590"/>
            <a:ext cx="3362960" cy="683641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rcRect l="8282" r="33720"/>
          <a:stretch>
            <a:fillRect/>
          </a:stretch>
        </p:blipFill>
        <p:spPr>
          <a:xfrm>
            <a:off x="8701405" y="21590"/>
            <a:ext cx="3490595" cy="6837045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4037330" y="2157095"/>
            <a:ext cx="3989070" cy="23069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pt-BR" altLang="en-US" sz="7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Tabela da Supabase</a:t>
            </a:r>
            <a:endParaRPr lang="pt-BR" altLang="en-US" sz="7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3220" y="26035"/>
            <a:ext cx="4541520" cy="683196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740" y="26035"/>
            <a:ext cx="3488690" cy="682371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73220" cy="6844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680" y="0"/>
            <a:ext cx="4721225" cy="6858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905" y="6120130"/>
            <a:ext cx="3935095" cy="73787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" y="41275"/>
            <a:ext cx="3507740" cy="6816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WPS Presentation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</dc:creator>
  <cp:lastModifiedBy>Roberto Camargo</cp:lastModifiedBy>
  <cp:revision>4</cp:revision>
  <dcterms:created xsi:type="dcterms:W3CDTF">2025-07-23T00:59:00Z</dcterms:created>
  <dcterms:modified xsi:type="dcterms:W3CDTF">2025-12-15T17:12:39Z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1046-12.2.0.23149</vt:lpwstr>
  </property>
  <property fmtid="{D5CDD505-2E9C-101B-9397-08002B2CF9AE}" pid="3" name="ICV">
    <vt:lpwstr>DC00016C7D274A60BE1C01DED7A25445_11</vt:lpwstr>
  </property>
</Properties>
</file>